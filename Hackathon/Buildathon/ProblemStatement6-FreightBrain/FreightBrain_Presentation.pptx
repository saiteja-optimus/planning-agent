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</a:rPr>
              <a:t>FreightBrain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4F4F4"/>
                </a:solidFill>
              </a:rPr>
              <a:t>AI-Powered Load Intelligence for Small Trucking Carriers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9AACC"/>
                </a:solidFill>
              </a:rPr>
              <a:t>Lone Rangers  |  GenAI Buildathon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BBFF"/>
                </a:solidFill>
              </a:rPr>
              <a:t>Live Demo: https://lone-rangers-genai-cqmk6earfsgp89kd5m496x.streamlit.app/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BBFF"/>
                </a:solidFill>
              </a:rPr>
              <a:t>GitHub: github.com/saiteja-optimus/Lone-Rangers-GenAI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5486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4F4"/>
                </a:solidFill>
              </a:rPr>
              <a:t>95% of US carriers run fewer than 10 trucks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651760" cy="219456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3-6%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4F4"/>
                </a:solidFill>
              </a:rPr>
              <a:t>Operating
margin (avg)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651760" cy="219456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15-20%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06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4F4"/>
                </a:solidFill>
              </a:rPr>
              <a:t>Miles driven
empty (deadhead)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51760" cy="219456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4F4"/>
                </a:solidFill>
              </a:rPr>
              <a:t>Revenue per
deadhead mile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645920"/>
            <a:ext cx="2651760" cy="219456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783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~$1.00/mi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606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4F4"/>
                </a:solidFill>
              </a:rPr>
              <a:t>True fully-loaded
cost per mile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X  Load boards show GROSS rate only — not true net profit after all costs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0060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7375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X  Drivers unknowingly accept loads that deliver them to 'dead markets' with little outbound freight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7784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65099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X  No tool tells a carrier: 'This $3,500 Laredo load will cost you $500 to escape — take Atlanta instead'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5486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FreightBrain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4F4"/>
                </a:solidFill>
              </a:rPr>
              <a:t>Four innovations no load board offers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57784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577840" cy="5029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Dual Deadhead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Prices cost TO pick-up AND repositioning FROM delivery city. Most tools only count the first leg.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57784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577840" cy="5029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Market Liquidity Score (MLS)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0-100 score quantifying how easy a city is to 'escape'. Cities below 40 incur a repositioning penalty.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57784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577840" cy="5029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69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6-Component Net Profit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1772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Fuel + Driver Pay + Insurance + Maintenance + Tolls + Deadhead. Actual pocket money, not gross.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023360"/>
            <a:ext cx="557784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023360"/>
            <a:ext cx="5577840" cy="5029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NVIDIA NIM AI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1772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LLaMA-3.1-70B explains WHY load #1 beats load #2 in plain English, with risk flags and market insight.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5486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4F4"/>
                </a:solidFill>
              </a:rPr>
              <a:t>Medallion Pipeline on Databricks Delta Lake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011680" cy="658368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RAW 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463040"/>
            <a:ext cx="9052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572768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200K synthetic loads  |  50 US markets  |  3 unstructured text formats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214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F4F4"/>
                </a:solidFill>
              </a:rPr>
              <a:t>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04288"/>
            <a:ext cx="2011680" cy="658368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9572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BRONZE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304288"/>
            <a:ext cx="9052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2414016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Delta table  |  schema enforcement  |  raw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62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F4F4"/>
                </a:solidFill>
              </a:rPr>
              <a:t>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45536"/>
            <a:ext cx="2011680" cy="65836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36976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SILVER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3145536"/>
            <a:ext cx="9052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3255264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Haversine distance  |  6-cost PySpark UDFs  |  dual deadhead enrichment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039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F4F4"/>
                </a:solidFill>
              </a:rPr>
              <a:t>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86784"/>
            <a:ext cx="201168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78224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GOLD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3986784"/>
            <a:ext cx="9052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40965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net_profit_loads table  |  market_quality_index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6451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F4F4"/>
                </a:solidFill>
              </a:rPr>
              <a:t>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28032"/>
            <a:ext cx="2011680" cy="65836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919472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AI 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4828032"/>
            <a:ext cx="9052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40" y="4937760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NVIDIA NIM (LLaMA-3.1-70B)  |  OpenAI-compatible SDK  |  plain-English reasoning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4864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F4F4"/>
                </a:solidFill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69280"/>
            <a:ext cx="2011680" cy="65836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760720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5669280"/>
            <a:ext cx="905256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6040" y="5779008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Streamlit  |  4 screens  |  Plotly charts  |  pydeck maps  |  Streamlit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5486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Net Profit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4F4"/>
                </a:solidFill>
              </a:rPr>
              <a:t>6 cost components — what actually goes in your pocket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FFAA"/>
                </a:solidFill>
              </a:rPr>
              <a:t>NET_PROFIT = GROSS_RATE - (
    fuel_cost           = miles / 6.5 MPG  x  $3.85/gal
    driver_pay          = miles  x  $0.55
    insurance           = miles  x  $0.085
    maintenance         = miles  x  $0.18
    toll_cost           = corridor_lookup(origin_state, dest_state)
    deadhead_cost       = (dh_miles / 6.5 x $3.85) + (dh_miles x $0.55)
    repositioning_cost  = (1 - dest_MLS / 100) x $150   &lt;-- dead-market penalty
)
NET_RPM = NET_PROFIT / load_miles
Benchmark: ~$1.00/mile fully loaded (all 6 components combined)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5486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Market Liquidity Score (MLS)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4F4"/>
                </a:solidFill>
              </a:rPr>
              <a:t>How easy is it to find a next load from the delivery city?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651760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</a:rPr>
              <a:t>40%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2651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Outbound Load Density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4F4"/>
                </a:solidFill>
              </a:rPr>
              <a:t>Loads per day departing this 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651760" cy="9144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600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</a:rPr>
              <a:t>30%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468880"/>
            <a:ext cx="2651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5420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Lane Balance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632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4F4"/>
                </a:solidFill>
              </a:rPr>
              <a:t>Outbound / inbound ratio (1.0 = perfect balance)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2651760" cy="9144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00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</a:rPr>
              <a:t>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68880"/>
            <a:ext cx="2651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5420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Avg Rate per Mile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632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4F4"/>
                </a:solidFill>
              </a:rPr>
              <a:t>Revenue potential of outbound lanes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554480"/>
            <a:ext cx="2651760" cy="914400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600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468880"/>
            <a:ext cx="2651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5420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Destination Diversity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632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4F4"/>
                </a:solidFill>
              </a:rPr>
              <a:t>Variety of distinct destination markets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60520"/>
            <a:ext cx="11430000" cy="6858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2336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MLS &lt; 40 = repositioning penalty applied  |  MLS &gt; 70 = premium destination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9834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Top 10 Carrier-Start Markets by MLS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440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 1. Chicago, IL            MLS 92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7150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 2. Dallas, TX             MLS 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9893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 3. Atlanta, GA            MLS 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26364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 4. Los Angeles, CA        MLS 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379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 5. Memphis, TN            MLS 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440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 6. Columbus, OH           MLS 76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7150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 7. Kansas City, MO        MLS 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9893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 8. Charlotte, NC          MLS 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626364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 9. Indianapolis, IN       MLS 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65379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10. Nashville, TN          MLS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5486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Demo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4F4"/>
                </a:solidFill>
              </a:rPr>
              <a:t>Why Atlanta beats Laredo even at $200 less gross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9496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394960" cy="502920"/>
          </a:xfrm>
          <a:prstGeom prst="rect">
            <a:avLst/>
          </a:prstGeom>
          <a:solidFill>
            <a:srgbClr val="7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LOAD A: Memphis, TN -&gt; Laredo, 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Gross Rate:           $3,700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Miles:                    920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609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Fuel + Driver + Ins:  -$1,480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Deadhead Cost:         -$190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72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Tolls:                   -$45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Repositioning (MLS 31): -$150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85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----------------------------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410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888"/>
                </a:solidFill>
              </a:rPr>
              <a:t>NET PROFIT:           $1,835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970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Net RPM:              $2.00/mi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Warning: Laredo MLS=31, stranded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65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 low-density border market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554480"/>
            <a:ext cx="539496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554480"/>
            <a:ext cx="5394960" cy="502920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LOAD B: Memphis, TN -&gt; Atlanta, 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Gross Rate:           $3,500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404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Miles:                    395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609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Fuel + Driver + Ins:    -$740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169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Deadhead Cost:          -$120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172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Tolls:                   -$28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429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Repositioning (MLS 85):  -$23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85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----------------------------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410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FF88"/>
                </a:solidFill>
              </a:rPr>
              <a:t>NET PROFIT:           $2,589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1970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Net RPM:              $6.55/mi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453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Atlanta MLS=85, top-tier outbound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965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hub with next load ready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8338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FreightBrain picks Atlanta: +$754 NET profit despite $200 lower gross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5486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Dashboard — 4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4F4"/>
                </a:solidFill>
              </a:rPr>
              <a:t>Streamlit app with live NVIDIA AI reasoning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57784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577840" cy="5029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1. Load Finder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Driver enters city/state + equipment type. Returns top 10 loads ranked by net profit with cost breakdown chart and origin/destination map.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57784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577840" cy="5029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2. AI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NVIDIA LLaMA-3.1-70B explains in plain English WHY the top load wins. Includes risk flags, runner-up, and market corridor insight.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57784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577840" cy="5029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69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3. Top 10 Markets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1772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Choropleth map + ranked table of best carrier-start cities by MLS score. Full breakdown of all 4 MLS sub-components.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023360"/>
            <a:ext cx="557784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023360"/>
            <a:ext cx="5577840" cy="5029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4. Lane Heat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1772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4F4"/>
                </a:solidFill>
              </a:rPr>
              <a:t>Bubble map showing outbound load volume per market. Bubble color represents average net RPM. Spot high-value corridors at a glance.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BBFF"/>
                </a:solidFill>
              </a:rPr>
              <a:t>Live: https://lone-rangers-genai-cqmk6earfsgp89kd5m496x.streamlit.app/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5486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4F4"/>
                </a:solidFill>
              </a:rPr>
              <a:t>Every layer chosen for hackathon speed + enterprise credibility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286000" cy="6858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 Warehouse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508760"/>
            <a:ext cx="91440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Databricks Community Edition + Delta Lake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92807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Medallion architecture, ACID transactions, Delta time-travel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50008"/>
            <a:ext cx="2286000" cy="6858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41448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350008"/>
            <a:ext cx="91440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3682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PySpark (Databricks Notebooks)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734056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Bronze -&gt; Silver -&gt; Gold with 6-component cost UDFs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91256"/>
            <a:ext cx="2286000" cy="6858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82696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AI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191256"/>
            <a:ext cx="91440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32095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NVIDIA NIM  |  LLaMA-3.1-70B  |  OpenAI Python SDK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575304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OpenAI-compatible endpoint, full tool_use, plain-English reasoning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32504"/>
            <a:ext cx="2286000" cy="6858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23944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4032504"/>
            <a:ext cx="91440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4050791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Streamlit + Plotly + pydeck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41655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4-screen app deployed free on Streamlit Community Cloud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73752"/>
            <a:ext cx="2286000" cy="6858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651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4873752"/>
            <a:ext cx="91440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48920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104K synthetic loads across 50 US markets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25780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3 realistic unstructured text formats parsed via regex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715000"/>
            <a:ext cx="2286000" cy="6858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8064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Version Control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5715000"/>
            <a:ext cx="914400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80" y="573328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Git +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80" y="609904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</a:rPr>
              <a:t>github.com/saiteja-optimus/Lone-Rangers-GenAI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5486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4F4"/>
                </a:solidFill>
              </a:rPr>
              <a:t>What FreightBrain delivers in the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560320" cy="173736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104K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F4F4"/>
                </a:solidFill>
              </a:rPr>
              <a:t>Loads parsed
from raw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554480"/>
            <a:ext cx="2560320" cy="173736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F4F4"/>
                </a:solidFill>
              </a:rPr>
              <a:t>US markets
covered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54480"/>
            <a:ext cx="2560320" cy="173736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45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F4F4"/>
                </a:solidFill>
              </a:rPr>
              <a:t>Cost components
in profit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554480"/>
            <a:ext cx="2560320" cy="173736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645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+$754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F4F4"/>
                </a:solidFill>
              </a:rPr>
              <a:t>Extra profit vs
gross-rate-only pick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74720"/>
            <a:ext cx="114300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38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Live AI reasoning from NVIDIA LLaMA-3.1-70B via NIM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114300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Dual deadhead engine prices repositioning risk that other tools completely ignore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63440"/>
            <a:ext cx="114300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274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Market Liquidity Score gives carriers a concrete, quantified escape-ability metric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57800"/>
            <a:ext cx="114300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218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Databricks Delta Lake pipeline handles 100K+ rows in seconds with PySpark UDFs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852160"/>
            <a:ext cx="114300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9161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Full-stack deployment: Streamlit Cloud + GitHub — zero infrastructure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6400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FreightBrain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4F4"/>
                </a:solidFill>
              </a:rPr>
              <a:t>Helping small carriers compete on intelligence, not just price.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54680"/>
            <a:ext cx="1106424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Live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2461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7BBFF"/>
                </a:solidFill>
              </a:rPr>
              <a:t>https://lone-rangers-genai-cqmk6earfsgp89kd5m496x.streamlit.app/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1106424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40690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7BBFF"/>
                </a:solidFill>
              </a:rPr>
              <a:t>github.com/saiteja-optimus/Lone-Rangers-GenAI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00600"/>
            <a:ext cx="1106424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8920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7BBFF"/>
                </a:solidFill>
              </a:rPr>
              <a:t>Lone Rangers  |  GenAI Buildathon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4F4F4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